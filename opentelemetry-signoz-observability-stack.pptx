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08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OpenTelemetry + SigNoz
Observability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F5D75"/>
                </a:solidFill>
                <a:latin typeface="Aptos"/>
              </a:rPr>
              <a:t>Two deployment models: bare metal Docker Compose automated with Ansible, and GKE deployed through custom Pulumi SDKs wrapping the official SigNoz/OpenTelemetry charts.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Deck is based on the deployment strategies architected for the Injective SigNoz/OpenTelemetry stack.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Why This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What problem the platform solves for engineering and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Standardize telemetry collection across services, runtimes, and environments with OpenTelemetry.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Centralize traces, metrics, and logs in SigNoz so teams can troubleshoot from one place.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Use environment-specific deployment models without changing the observability contract presented to applications.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Keep rollout and operations automated: Ansible for bare metal, Pulumi plus Helm for GKE.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00200"/>
            <a:ext cx="484632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App teams emit OTLP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788920"/>
            <a:ext cx="484632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Collectors normalize and route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977639"/>
            <a:ext cx="484632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SigNoz stores, correlates, and visualizes signals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Migration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Preserve the app's DogStatsD metric emission while moving the backend to OpenTelemetry and SigNoz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application was already emitting StatsD-style metrics through DogStatsD for Datadog.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We introduced an OpenTelemetry Collector with a StatsD receiver so it could accept the existing metric traffic.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first migration step was to change the collector target underneath the app rather than rewriting application instrumentation.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That let us validate the SigNoz/OpenTelemetry path first, with minimal initial application risk.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173736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App
DogStatsD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554480"/>
            <a:ext cx="192024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OTel Collector
StatsD receiver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63240"/>
            <a:ext cx="173736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Datadog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063240"/>
            <a:ext cx="192024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SigNoz path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38160" y="2011680"/>
            <a:ext cx="4114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509760" y="2468880"/>
            <a:ext cx="0" cy="59436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48006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Key message: the app kept speaking DogStatsD at first; the platform absorbed the migration.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Common data flow across both environments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92024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Instrumented services
(OTel SDK / OTLP)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828800"/>
            <a:ext cx="182880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OTel Collector
(receivers + processors)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09728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SigNoz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14884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Query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20040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Alerting /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ClickHouse
(primary telemetry store)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828800"/>
            <a:ext cx="128016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Users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286000"/>
            <a:ext cx="45720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937760" y="2286000"/>
            <a:ext cx="45720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2286000"/>
            <a:ext cx="45720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692640" y="2286000"/>
            <a:ext cx="36576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0749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Applications only need to know the collector endpoint; deployment mechanics vary underneath.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Aptos"/>
              </a:rPr>
              <a:t>OpenTelemetry provides a vendor-neutral instrumentation layer.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Aptos"/>
              </a:rPr>
              <a:t>Collectors handle batching, sampling, enrichment, and export.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Aptos"/>
              </a:rPr>
              <a:t>SigNoz turns raw telemetry into searchable traces, metrics, dashboards, and alerts.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Bare Metal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Docker Compose deployment managed by custom Ansible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Best fit for dedicated hosts, lower platform abstraction, and direct control of storage, networking, and host tuning.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Ansible playbooks prepare hosts, template config, ship secrets, and orchestrate `docker compose` lifecycle.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first SigNoz/OpenTelemetry deployment was validated on a dedicated bare metal instance before broader rollout.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That initial environment was used to tune OpenTelemetry receiver, processor, and export behavior before introducing Kubernetes complexity.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Compose runs the observability services as a tightly-coupled stack on each target environment.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Persistent volumes, backup policy, firewall rules, and service exposure are managed at the host level.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08760"/>
            <a:ext cx="201168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Ansible
inventory + vars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743200"/>
            <a:ext cx="2011680" cy="86868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Host bootstrap
packages, sysctl,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508760"/>
            <a:ext cx="2011680" cy="86868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Compose services
SigNoz + OTel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01168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Volumes and ports
managed per host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0" y="1920240"/>
            <a:ext cx="54864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95360" y="3154680"/>
            <a:ext cx="54864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89520" y="2377440"/>
            <a:ext cx="0" cy="36576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48463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Typical talking point: bare metal was the proving ground for OTel tuning, with Ansible owning machine state and Compose owning process topology.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GKE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Official SigNoz/OpenTelemetry charts wrapped in custom Pulumi SDKs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After tuning the stack on bare metal, we deployed next into a dedicated GKE management cluster.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Pulumi defines cluster-facing infrastructure and deploys Helm releases as code.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Official charts keep the deployment aligned with upstream SigNoz/OpenTelemetry packaging and defaults.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Custom Pulumi SDKs encode company conventions: namespaces, values, networking, storage classes, and environment wiring.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OpenTelemetry Collector was deployed as a DaemonSet so each node had local collection capacity across the cluster.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We converted existing Datadog HTTP checks to OpenTelemetry-based HTTP checks as part of the management-cluster rollout.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Some endpoints required JSON parsing, so we contributed that functionality upstream to SigNoz in a PR.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GKE adds managed scheduling, autoscaling, workload isolation, and native Kubernetes operational patterns.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417320"/>
            <a:ext cx="192024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Pulumi program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417320"/>
            <a:ext cx="1920240" cy="86868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Helm chart values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743200"/>
            <a:ext cx="1920240" cy="86868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GKE management
cluster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2743200"/>
            <a:ext cx="192024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OTel Collector
DaemonSet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1847088"/>
            <a:ext cx="4114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52360" y="2286000"/>
            <a:ext cx="0" cy="45720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784080" y="2286000"/>
            <a:ext cx="0" cy="45720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4800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Typical talking point: after bare-metal tuning, the management cluster validated Kubernetes rollout, node-local collection, and converted health checks.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How the Two Models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Same telemetry contract, different operational responsibilities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0876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023360"/>
                <a:gridCol w="4206240"/>
              </a:tblGrid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Bare Metal Compose + Ansible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GKE + Pulumi + Official Charts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Compose services on managed hosts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Helm releases on Kubernetes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Automation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Playbooks configure machines and run stack lifecycle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Pulumi programs provision and update cluster resources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Vertical or host-based 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Horizontal pod and cluster scaling patterns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Operations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Host tuning, ports, volumes, backups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Namespaces, ingress, storage classes, RBAC, autoscaling</a:t>
                      </a:r>
                    </a:p>
                  </a:txBody>
                  <a:tcPr>
                    <a:solidFill>
                      <a:srgbClr val="ECF2F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Use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Stable dedicated environments with direct infra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ptos"/>
                        </a:rPr>
                        <a:t>Platformized environments needing repeatable multi-cluster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Operational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From telemetry emission to troubleshooting and alerting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1. Apps emit
DogStatsD / OTLP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920240"/>
            <a:ext cx="201168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2. Collectors receive,
process, and export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920240"/>
            <a:ext cx="201168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3. SigNoz stores and
correlates telemetry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92024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4. Teams query UI,
dashboards, and traces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920240"/>
            <a:ext cx="182880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5. Alert on symptoms
and drill into cause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377440"/>
            <a:ext cx="274319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1148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The first migration preserved existing DogStatsD metric emission and moved translation into the collector layer.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Once the platform path was ready, one service was migrated to the OpenTelemetry SDK for logs and metrics so it was ready for switchover.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After that compatibility step, the application-facing workflow stayed stable even as the backend moved to SigNoz.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Key Design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How to explain why both deployment patterns exist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Bare metal gives stronger control over hosts, storage layout, and performance tuning, but more day-2 operations stay manual or host-centric.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Starting on a dedicated bare metal instance reduced migration risk and gave a contained environment to validate and tune the new telemetry pipeline.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GKE raises the abstraction level: easier rollout standardization, easier scaling, and cleaner multi-environment promotion patterns.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Moving next to a dedicated GKE management cluster let the team apply those tuning decisions in Kubernetes while using a DaemonSet collector model for cluster-wide coverage.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Converting Datadog HTTP checks to OpenTelemetry checks exposed a gap for JSON endpoint parsing, which was addressed by contributing upstream to SigNoz.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Using official charts on GKE reduces drift from upstream, while custom Pulumi SDKs keep organizational standards reusable.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Piloting one service on the OpenTelemetry SDK for logs and metrics created a low-risk path toward eventual switchover.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Using custom Ansible playbooks for Compose keeps legacy or non-Kubernetes environments observable without changing the application instrumentation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