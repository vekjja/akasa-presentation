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OpenTelemetry + SigNoz
Observability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F5D75"/>
                </a:solidFill>
                <a:latin typeface="Aptos"/>
              </a:rPr>
              <a:t>From DogStatsD and Datadog to OpenTelemetry and SigNoz across a bare-metal proving ground and a dedicated GKE management cluster.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4F5D75"/>
                </a:solidFill>
                <a:latin typeface="Aptos"/>
              </a:rPr>
              <a:t>Migration story, deployment approach, and rollout lessons from the platform transition.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Why We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Standardize telemetry, reduce migration risk, and support both bare metal and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ptos"/>
              </a:rPr>
              <a:t>Standardize metrics, logs, traces, and checks behind one OpenTelemetry collection layer.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ptos"/>
              </a:rPr>
              <a:t>Move away from environment-specific monitoring assumptions without forcing a day-one app rewrite.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00000"/>
                </a:solidFill>
                <a:latin typeface="Aptos"/>
              </a:rPr>
              <a:t>Keep rollout automated with Ansible on bare metal and Pulumi plus Helm on GKE.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00200"/>
            <a:ext cx="484632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16213E"/>
                </a:solidFill>
                <a:latin typeface="Aptos"/>
              </a:rPr>
              <a:t>No initial app rewrite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788920"/>
            <a:ext cx="484632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16213E"/>
                </a:solidFill>
                <a:latin typeface="Aptos"/>
              </a:rPr>
              <a:t>One collector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977639"/>
            <a:ext cx="4846320" cy="91440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16213E"/>
                </a:solidFill>
                <a:latin typeface="Aptos"/>
              </a:rPr>
              <a:t>Same observability 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Compatibility-First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Keep the app speaking DogStatsD first, then move the platform underneath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The app already emitted DogStatsD metrics for Datadog.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We added an OpenTelemetry Collector with a StatsD receiver to accept that traffic unchanged.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The first change was the collector target, not the application code.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That gave us a low-risk path to validate SigNoz before native OTel SDK cutover.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173736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App
DogStatsD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554480"/>
            <a:ext cx="192024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OTel Collector
StatsD receiver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63240"/>
            <a:ext cx="1737360" cy="91440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Original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063240"/>
            <a:ext cx="192024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New path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38160" y="2011680"/>
            <a:ext cx="41148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2468880"/>
            <a:ext cx="0" cy="59436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4800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4F5D75"/>
                </a:solidFill>
                <a:latin typeface="Aptos"/>
              </a:rPr>
              <a:t>Key message: compatibility came first, application rewrites came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A common telemetry path across migration phases and deployment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2024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Apps and checks
DogStatsD / OTLP /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28800"/>
            <a:ext cx="182880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OTel Collector
receivers + processors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097280"/>
            <a:ext cx="1828800" cy="82296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SigNoz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148840"/>
            <a:ext cx="1828800" cy="82296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Query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200400"/>
            <a:ext cx="1828800" cy="82296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Alerts /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201168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ClickHouse
telemetry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828800"/>
            <a:ext cx="128016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Users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286000"/>
            <a:ext cx="45720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2286000"/>
            <a:ext cx="45720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23760" y="2286000"/>
            <a:ext cx="45720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0" y="2286000"/>
            <a:ext cx="36576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074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4F5D75"/>
                </a:solidFill>
                <a:latin typeface="Aptos"/>
              </a:rPr>
              <a:t>Applications and checks converge on the collector layer, even while infrastructure evolves underneath.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Aptos"/>
              </a:rPr>
              <a:t>The collector absorbs protocol differences, routing, and enrichment.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Aptos"/>
              </a:rPr>
              <a:t>SigNoz becomes the shared backend for search, dashboards, and alerting, including creating alerts directly from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Phase 1: Bare Metal Proving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Dedicated Docker Compose deployment managed by custom Ansible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The first SigNoz and OpenTelemetry deployment ran on a dedicated bare metal instance.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That environment let us tune receiver, processor, and export behavior before adding Kubernetes complexity.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Ansible handled host preparation, config templating, secrets, and `docker compose` orchestration.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Bare metal gave direct control over storage, networking, and operational debugging during the proving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08760"/>
            <a:ext cx="2011680" cy="86868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Ansible
inventory + vars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2011680" cy="86868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Host bootstrap
packages, sysctl,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508760"/>
            <a:ext cx="2011680" cy="86868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Compose services
SigNoz + OTel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743200"/>
            <a:ext cx="2011680" cy="86868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Volumes and ports
managed per host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0" y="1920240"/>
            <a:ext cx="54864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3154680"/>
            <a:ext cx="54864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2377440"/>
            <a:ext cx="0" cy="36576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4846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4F5D75"/>
                </a:solidFill>
                <a:latin typeface="Aptos"/>
              </a:rPr>
              <a:t>Talking point: prove and tune on bare metal first, then carry the validated configuration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Phase 2: GKE Management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Dedicated management cluster using Pulumi and the official SigNoz/OpenTelemetry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Once tuned on bare metal, the stack moved into a dedicated GKE management cluster.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Pulumi and the official charts made the rollout repeatable and close to upstream defaults.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The OpenTelemetry Collector ran as a DaemonSet to provide node-local collection across the cluster.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Datadog HTTP checks were converted to OpenTelemetry HTTP checks during this phase.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JSON parsing was needed for some endpoints, so that capability was contributed upstream to SigNoz.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17320"/>
            <a:ext cx="1920240" cy="86868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Pulumi
+ Helm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17320"/>
            <a:ext cx="1920240" cy="86868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 i="0">
                <a:solidFill>
                  <a:srgbClr val="16213E"/>
                </a:solidFill>
                <a:latin typeface="Aptos"/>
              </a:rPr>
              <a:t>Official
chart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743200"/>
            <a:ext cx="1920240" cy="86868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GKE management
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743200"/>
            <a:ext cx="1920240" cy="86868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Collector
DaemonSet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847088"/>
            <a:ext cx="41148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52360" y="2286000"/>
            <a:ext cx="0" cy="45720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84080" y="2286000"/>
            <a:ext cx="0" cy="45720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4800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4F5D75"/>
                </a:solidFill>
                <a:latin typeface="Aptos"/>
              </a:rPr>
              <a:t>Talking point: the management cluster turned a tuned stack into a repeatable Kubernetes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Rollout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The migration progressed in controlled phases rather than one big cutover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1. Datadog
DogStatsD +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01168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2. Collector shim
StatsD receiver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828800"/>
            <a:ext cx="2011680" cy="91440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3. Bare metal
tune and 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201168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4. GKE mgmt
cluster rollout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828800"/>
            <a:ext cx="201168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5. Native OTel
service pilot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286000"/>
            <a:ext cx="18288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2286000"/>
            <a:ext cx="18288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2286000"/>
            <a:ext cx="18288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286000"/>
            <a:ext cx="18288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023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Each phase reduced risk while increasing confidence in the new platform.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Aptos"/>
              </a:rPr>
              <a:t>Platform compatibility came first; native OpenTelemetry instrumentation came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Steady-State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What the final observability path looks like once the migration is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01168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1. Apps emit
metrics / logs / traces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920240"/>
            <a:ext cx="201168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2. Collectors receive,
enrich, and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920240"/>
            <a:ext cx="2011680" cy="914400"/>
          </a:xfrm>
          <a:prstGeom prst="roundRect">
            <a:avLst/>
          </a:prstGeom>
          <a:solidFill>
            <a:srgbClr val="FDEDDE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3. SigNoz stores and
correlates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920240"/>
            <a:ext cx="2011680" cy="914400"/>
          </a:xfrm>
          <a:prstGeom prst="roundRect">
            <a:avLst/>
          </a:prstGeom>
          <a:solidFill>
            <a:srgbClr val="ECF2F8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4. Teams query UI,
dashboards, and traces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920240"/>
            <a:ext cx="1828800" cy="914400"/>
          </a:xfrm>
          <a:prstGeom prst="roundRect">
            <a:avLst/>
          </a:prstGeom>
          <a:solidFill>
            <a:srgbClr val="E6F5EA"/>
          </a:solidFill>
          <a:ln w="1587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6213E"/>
                </a:solidFill>
                <a:latin typeface="Aptos"/>
              </a:rPr>
              <a:t>5. Build alerts
from dashboards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377440"/>
            <a:ext cx="27432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37760" y="2377440"/>
            <a:ext cx="27432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23760" y="2377440"/>
            <a:ext cx="274319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2377440"/>
            <a:ext cx="274320" cy="0"/>
          </a:xfrm>
          <a:prstGeom prst="line">
            <a:avLst/>
          </a:prstGeom>
          <a:ln w="25400">
            <a:solidFill>
              <a:srgbClr val="4F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114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Aptos"/>
              </a:rPr>
              <a:t>The collector layer hides protocol and routing details from application teams.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Aptos"/>
              </a:rPr>
              <a:t>Native OTel SDK rollout can happen service by service once the platform is ready.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Aptos"/>
              </a:rPr>
              <a:t>Teams can turn dashboard views into alerts, then drill from the alert back into traces, logs, and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13E"/>
                </a:solidFill>
                <a:latin typeface="Aptos Display"/>
              </a:rPr>
              <a:t>Key Presentation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F5D75"/>
                </a:solidFill>
                <a:latin typeface="Aptos"/>
              </a:rPr>
              <a:t>The points that matter most to stakeholders and engineering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Aptos"/>
              </a:rPr>
              <a:t>We avoided a high-risk rewrite by preserving DogStatsD compatibility first.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Aptos"/>
              </a:rPr>
              <a:t>Bare metal was the right place to validate and tune OpenTelemetry before scaling the rollout.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Aptos"/>
              </a:rPr>
              <a:t>The GKE management cluster made the platform repeatable with Pulumi, official charts, and a collector DaemonSet.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Aptos"/>
              </a:rPr>
              <a:t>Migrating HTTP checks exposed a product gap, and that gap was closed with an upstream contribution to SigNoz.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Aptos"/>
              </a:rPr>
              <a:t>The new platform made it possible to create alerts directly from dashboards instead of managing those views separately.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000000"/>
                </a:solidFill>
                <a:latin typeface="Aptos"/>
              </a:rPr>
              <a:t>A pilot service on the OpenTelemetry SDK created a controlled path to final switchover.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