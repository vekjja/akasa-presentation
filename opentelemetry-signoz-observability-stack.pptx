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087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6213E"/>
                </a:solidFill>
                <a:latin typeface="Aptos Display"/>
              </a:rPr>
              <a:t>OpenTelemetry + SigNoz
Observability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834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F5D75"/>
                </a:solidFill>
                <a:latin typeface="Aptos"/>
              </a:rPr>
              <a:t>From DogStatsD and Datadog to OpenTelemetry and SigNoz across a bare-metal proving ground and a dedicated GKE management cluster.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17220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1">
                <a:solidFill>
                  <a:srgbClr val="4F5D75"/>
                </a:solidFill>
                <a:latin typeface="Aptos"/>
              </a:rPr>
              <a:t>Migration story, deployment approach, and rollout lessons from the platform transition.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6213E"/>
                </a:solidFill>
                <a:latin typeface="Aptos Display"/>
              </a:rPr>
              <a:t>Why We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F5D75"/>
                </a:solidFill>
                <a:latin typeface="Aptos"/>
              </a:rPr>
              <a:t>Standardize telemetry, reduce migration risk, and support both bare metal and Kubernetes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ptos"/>
              </a:rPr>
              <a:t>Standardize metrics, logs, traces, and checks behind one OpenTelemetry collection layer.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ptos"/>
              </a:rPr>
              <a:t>Move away from environment-specific monitoring assumptions without forcing a day-one app rewrite.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ptos"/>
              </a:rPr>
              <a:t>Keep rollout automated with Ansible on bare metal and Pulumi plus Helm on GKE.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600200"/>
            <a:ext cx="4846320" cy="91440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6213E"/>
                </a:solidFill>
                <a:latin typeface="Aptos"/>
              </a:rPr>
              <a:t>No initial app rewrite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788920"/>
            <a:ext cx="4846320" cy="914400"/>
          </a:xfrm>
          <a:prstGeom prst="roundRect">
            <a:avLst/>
          </a:prstGeom>
          <a:solidFill>
            <a:srgbClr val="E6F5EA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6213E"/>
                </a:solidFill>
                <a:latin typeface="Aptos"/>
              </a:rPr>
              <a:t>One collector layer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3977639"/>
            <a:ext cx="4846320" cy="914400"/>
          </a:xfrm>
          <a:prstGeom prst="roundRect">
            <a:avLst/>
          </a:prstGeom>
          <a:solidFill>
            <a:srgbClr val="FDEDDE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6213E"/>
                </a:solidFill>
                <a:latin typeface="Aptos"/>
              </a:rPr>
              <a:t>Same observability story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6213E"/>
                </a:solidFill>
                <a:latin typeface="Aptos Display"/>
              </a:rPr>
              <a:t>Compatibility-First Migration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F5D75"/>
                </a:solidFill>
                <a:latin typeface="Aptos"/>
              </a:rPr>
              <a:t>Keep the app speaking DogStatsD first, then move the platform underneath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The app already emitted DogStatsD metrics for Datadog.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We added an OpenTelemetry Collector with a StatsD receiver to accept that traffic unchanged.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The first change was the collector target, not the application code.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That gave us a low-risk path to validate SigNoz before native OTel SDK cutover.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554480"/>
            <a:ext cx="1737360" cy="91440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App
DogStatsD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49640" y="1554480"/>
            <a:ext cx="1920240" cy="914400"/>
          </a:xfrm>
          <a:prstGeom prst="roundRect">
            <a:avLst/>
          </a:prstGeom>
          <a:solidFill>
            <a:srgbClr val="E6F5EA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OTel Collector
StatsD receiver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063240"/>
            <a:ext cx="1737360" cy="914400"/>
          </a:xfrm>
          <a:prstGeom prst="roundRect">
            <a:avLst/>
          </a:prstGeom>
          <a:solidFill>
            <a:srgbClr val="FDEDDE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Original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3063240"/>
            <a:ext cx="1920240" cy="91440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New path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138160" y="2011680"/>
            <a:ext cx="41148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509760" y="2468880"/>
            <a:ext cx="0" cy="59436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355080" y="480060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1">
                <a:solidFill>
                  <a:srgbClr val="4F5D75"/>
                </a:solidFill>
                <a:latin typeface="Aptos"/>
              </a:rPr>
              <a:t>Key message: compatibility came first, application rewrites came later.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6213E"/>
                </a:solidFill>
                <a:latin typeface="Aptos Display"/>
              </a:rPr>
              <a:t>Target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F5D75"/>
                </a:solidFill>
                <a:latin typeface="Aptos"/>
              </a:rPr>
              <a:t>A common telemetry path across migration phases and deployment targets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920240" cy="91440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16213E"/>
                </a:solidFill>
                <a:latin typeface="Aptos"/>
              </a:rPr>
              <a:t>Apps and checks
DogStatsD / OTLP / HTTP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1828800"/>
            <a:ext cx="1828800" cy="914400"/>
          </a:xfrm>
          <a:prstGeom prst="roundRect">
            <a:avLst/>
          </a:prstGeom>
          <a:solidFill>
            <a:srgbClr val="E6F5EA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16213E"/>
                </a:solidFill>
                <a:latin typeface="Aptos"/>
              </a:rPr>
              <a:t>OTel Collector
receivers + processors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1097280"/>
            <a:ext cx="1828800" cy="822960"/>
          </a:xfrm>
          <a:prstGeom prst="roundRect">
            <a:avLst/>
          </a:prstGeom>
          <a:solidFill>
            <a:srgbClr val="FDEDDE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SigNoz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2148840"/>
            <a:ext cx="1828800" cy="822960"/>
          </a:xfrm>
          <a:prstGeom prst="roundRect">
            <a:avLst/>
          </a:prstGeom>
          <a:solidFill>
            <a:srgbClr val="FDEDDE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Query layer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3200400"/>
            <a:ext cx="1828800" cy="822960"/>
          </a:xfrm>
          <a:prstGeom prst="roundRect">
            <a:avLst/>
          </a:prstGeom>
          <a:solidFill>
            <a:srgbClr val="FDEDDE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Alerts / rules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0" y="4251960"/>
            <a:ext cx="1828800" cy="822960"/>
          </a:xfrm>
          <a:prstGeom prst="roundRect">
            <a:avLst/>
          </a:prstGeom>
          <a:solidFill>
            <a:srgbClr val="FDEDDE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ClickHouse
telemetry store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828800"/>
            <a:ext cx="1280160" cy="914400"/>
          </a:xfrm>
          <a:prstGeom prst="roundRect">
            <a:avLst/>
          </a:prstGeom>
          <a:solidFill>
            <a:srgbClr val="E6F5EA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Users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51760" y="2286000"/>
            <a:ext cx="45720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937760" y="2286000"/>
            <a:ext cx="45720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23760" y="2286000"/>
            <a:ext cx="219456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52578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1">
                <a:solidFill>
                  <a:srgbClr val="4F5D75"/>
                </a:solidFill>
                <a:latin typeface="Aptos"/>
              </a:rPr>
              <a:t>Applications and checks converge on the collector layer, even while infrastructure evolves underneath.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235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Aptos"/>
              </a:rPr>
              <a:t>The collector absorbs protocol differences, routing, and enrichment.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Aptos"/>
              </a:rPr>
              <a:t>SigNoz becomes the shared backend for search, dashboards, and alerting, including creating alerts directly from dashboards.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6213E"/>
                </a:solidFill>
                <a:latin typeface="Aptos Display"/>
              </a:rPr>
              <a:t>Phase 1: Bare Metal Proving 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F5D75"/>
                </a:solidFill>
                <a:latin typeface="Aptos"/>
              </a:rPr>
              <a:t>Dedicated Docker Compose deployment managed by custom Ansible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The first SigNoz and OpenTelemetry deployment ran on a dedicated bare metal instance.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That environment let us tune receiver, processor, and export behavior before adding Kubernetes complexity.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Ansible handled host preparation, config templating, secrets, and `docker compose` orchestration.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Bare metal gave direct control over storage, networking, and operational debugging during the proving phase.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508760"/>
            <a:ext cx="2011680" cy="86868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16213E"/>
                </a:solidFill>
                <a:latin typeface="Aptos"/>
              </a:rPr>
              <a:t>Ansible
inventory + vars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2743200"/>
            <a:ext cx="2011680" cy="868680"/>
          </a:xfrm>
          <a:prstGeom prst="roundRect">
            <a:avLst/>
          </a:prstGeom>
          <a:solidFill>
            <a:srgbClr val="E6F5EA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Host bootstrap
packages, sysctl, storage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0" y="1508760"/>
            <a:ext cx="2011680" cy="868680"/>
          </a:xfrm>
          <a:prstGeom prst="roundRect">
            <a:avLst/>
          </a:prstGeom>
          <a:solidFill>
            <a:srgbClr val="FDEDDE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16213E"/>
                </a:solidFill>
                <a:latin typeface="Aptos"/>
              </a:rPr>
              <a:t>Compose services
SigNoz + OTel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743200"/>
            <a:ext cx="2011680" cy="86868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Volumes and ports
managed per host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595360" y="1920240"/>
            <a:ext cx="54864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595360" y="3154680"/>
            <a:ext cx="54864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89520" y="2377440"/>
            <a:ext cx="0" cy="36576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0" y="48463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1">
                <a:solidFill>
                  <a:srgbClr val="4F5D75"/>
                </a:solidFill>
                <a:latin typeface="Aptos"/>
              </a:rPr>
              <a:t>Talking point: prove and tune on bare metal first, then carry the validated configuration forward.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6213E"/>
                </a:solidFill>
                <a:latin typeface="Aptos Display"/>
              </a:rPr>
              <a:t>Phase 2: GKE Management Cluster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F5D75"/>
                </a:solidFill>
                <a:latin typeface="Aptos"/>
              </a:rPr>
              <a:t>Dedicated management cluster using Pulumi and the official SigNoz/OpenTelemetry charts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Once tuned on bare metal, the stack moved into a dedicated GKE management cluster.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Pulumi and the official charts made the rollout repeatable and close to upstream defaults.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The OpenTelemetry Collector ran as a DaemonSet to provide node-local collection across the cluster.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Datadog HTTP checks were converted to OpenTelemetry HTTP checks during this phase.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JSON parsing was needed for some endpoints, so that capability was contributed upstream to SigNoz.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417320"/>
            <a:ext cx="1920240" cy="86868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16213E"/>
                </a:solidFill>
                <a:latin typeface="Aptos"/>
              </a:rPr>
              <a:t>Pulumi
+ Helm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23960" y="1417320"/>
            <a:ext cx="1920240" cy="868680"/>
          </a:xfrm>
          <a:prstGeom prst="roundRect">
            <a:avLst/>
          </a:prstGeom>
          <a:solidFill>
            <a:srgbClr val="E6F5EA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16213E"/>
                </a:solidFill>
                <a:latin typeface="Aptos"/>
              </a:rPr>
              <a:t>Official
chart values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2743200"/>
            <a:ext cx="1920240" cy="868680"/>
          </a:xfrm>
          <a:prstGeom prst="roundRect">
            <a:avLst/>
          </a:prstGeom>
          <a:solidFill>
            <a:srgbClr val="FDEDDE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GKE management
cluster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2743200"/>
            <a:ext cx="1920240" cy="86868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Collector
DaemonSet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12480" y="1847088"/>
            <a:ext cx="41148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452360" y="2286000"/>
            <a:ext cx="0" cy="45720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784080" y="2286000"/>
            <a:ext cx="0" cy="45720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0" y="4800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1">
                <a:solidFill>
                  <a:srgbClr val="4F5D75"/>
                </a:solidFill>
                <a:latin typeface="Aptos"/>
              </a:rPr>
              <a:t>Talking point: the management cluster turned a tuned stack into a repeatable Kubernetes platform.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6213E"/>
                </a:solidFill>
                <a:latin typeface="Aptos Display"/>
              </a:rPr>
              <a:t>Rollout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F5D75"/>
                </a:solidFill>
                <a:latin typeface="Aptos"/>
              </a:rPr>
              <a:t>The migration progressed in controlled phases rather than one big cutover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011680" cy="91440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1. Datadog
DogStatsD + checks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2011680" cy="914400"/>
          </a:xfrm>
          <a:prstGeom prst="roundRect">
            <a:avLst/>
          </a:prstGeom>
          <a:solidFill>
            <a:srgbClr val="E6F5EA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2. Collector shim
StatsD receiver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0" y="1828800"/>
            <a:ext cx="2011680" cy="914400"/>
          </a:xfrm>
          <a:prstGeom prst="roundRect">
            <a:avLst/>
          </a:prstGeom>
          <a:solidFill>
            <a:srgbClr val="FDEDDE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3. Bare metal
tune and validate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828800"/>
            <a:ext cx="2011680" cy="91440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4. GKE mgmt
cluster rollout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1828800"/>
            <a:ext cx="2011680" cy="914400"/>
          </a:xfrm>
          <a:prstGeom prst="roundRect">
            <a:avLst/>
          </a:prstGeom>
          <a:solidFill>
            <a:srgbClr val="E6F5EA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5. Native OTel
service pilot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60320" y="2286000"/>
            <a:ext cx="18288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54880" y="2286000"/>
            <a:ext cx="18288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949440" y="2286000"/>
            <a:ext cx="18288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144000" y="2286000"/>
            <a:ext cx="18288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40233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Each phase reduced risk while increasing confidence in the new platform.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Aptos"/>
              </a:rPr>
              <a:t>Platform compatibility came first; native OpenTelemetry instrumentation came later.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6213E"/>
                </a:solidFill>
                <a:latin typeface="Aptos Display"/>
              </a:rPr>
              <a:t>Steady-State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F5D75"/>
                </a:solidFill>
                <a:latin typeface="Aptos"/>
              </a:rPr>
              <a:t>What the final observability path looks like once the migration is complete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2011680" cy="91440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1. Apps emit
metrics / logs / traces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920240"/>
            <a:ext cx="2011680" cy="914400"/>
          </a:xfrm>
          <a:prstGeom prst="roundRect">
            <a:avLst/>
          </a:prstGeom>
          <a:solidFill>
            <a:srgbClr val="E6F5EA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2. Collectors receive,
enrich, and route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12080" y="1920240"/>
            <a:ext cx="2011680" cy="914400"/>
          </a:xfrm>
          <a:prstGeom prst="roundRect">
            <a:avLst/>
          </a:prstGeom>
          <a:solidFill>
            <a:srgbClr val="FDEDDE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3. SigNoz stores and
correlates signals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920240"/>
            <a:ext cx="2011680" cy="914400"/>
          </a:xfrm>
          <a:prstGeom prst="roundRect">
            <a:avLst/>
          </a:prstGeom>
          <a:solidFill>
            <a:srgbClr val="ECF2F8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4. Teams query UI,
dashboards, and traces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1920240"/>
            <a:ext cx="1828800" cy="914400"/>
          </a:xfrm>
          <a:prstGeom prst="roundRect">
            <a:avLst/>
          </a:prstGeom>
          <a:solidFill>
            <a:srgbClr val="E6F5EA"/>
          </a:solidFill>
          <a:ln w="15875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6213E"/>
                </a:solidFill>
                <a:latin typeface="Aptos"/>
              </a:rPr>
              <a:t>5. Build alerts
from dashboards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51760" y="2377440"/>
            <a:ext cx="27432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937760" y="2377440"/>
            <a:ext cx="27432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23760" y="2377440"/>
            <a:ext cx="274319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509760" y="2377440"/>
            <a:ext cx="274320" cy="0"/>
          </a:xfrm>
          <a:prstGeom prst="line">
            <a:avLst/>
          </a:prstGeom>
          <a:ln w="25400">
            <a:solidFill>
              <a:srgbClr val="4F5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41148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Aptos"/>
              </a:rPr>
              <a:t>The collector layer hides protocol and routing details from application teams.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Aptos"/>
              </a:rPr>
              <a:t>Native OTel SDK rollout can happen service by service once the platform is ready.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Aptos"/>
              </a:rPr>
              <a:t>Teams can turn dashboard views into alerts, then drill from the alert back into traces, logs, and metrics.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6213E"/>
                </a:solidFill>
                <a:latin typeface="Aptos Display"/>
              </a:rPr>
              <a:t>Key Presentation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F5D75"/>
                </a:solidFill>
                <a:latin typeface="Aptos"/>
              </a:rPr>
              <a:t>The points that matter most to stakeholders and engineering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000000"/>
                </a:solidFill>
                <a:latin typeface="Aptos"/>
              </a:rPr>
              <a:t>We avoided a high-risk rewrite by preserving DogStatsD compatibility first.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000000"/>
                </a:solidFill>
                <a:latin typeface="Aptos"/>
              </a:rPr>
              <a:t>Bare metal was the right place to validate and tune OpenTelemetry before scaling the rollout.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000000"/>
                </a:solidFill>
                <a:latin typeface="Aptos"/>
              </a:rPr>
              <a:t>The GKE management cluster made the platform repeatable with Pulumi, official charts, and a collector DaemonSet.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000000"/>
                </a:solidFill>
                <a:latin typeface="Aptos"/>
              </a:rPr>
              <a:t>Migrating HTTP checks exposed a product gap, and that gap was closed with an upstream contribution to SigNoz.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000000"/>
                </a:solidFill>
                <a:latin typeface="Aptos"/>
              </a:rPr>
              <a:t>The new platform made it possible to create alerts directly from dashboards instead of managing those views separately.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000000"/>
                </a:solidFill>
                <a:latin typeface="Aptos"/>
              </a:rPr>
              <a:t>A pilot service on the OpenTelemetry SDK created a controlled path to final switchover.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